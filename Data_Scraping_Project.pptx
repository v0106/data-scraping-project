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57" r:id="rId8"/>
    <p:sldId id="265" r:id="rId16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D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554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Aptos"/>
              </a:defRPr>
            </a:pPr>
            <a:r>
              <a:t>Data Scraping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880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E7A642"/>
                </a:solidFill>
                <a:latin typeface="Aptos"/>
              </a:defRPr>
            </a:pPr>
            <a:r>
              <a:t>A beginner project built from scratch with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FFFFF"/>
                </a:solidFill>
                <a:latin typeface="Aptos"/>
              </a:defRPr>
            </a:pPr>
            <a:r>
              <a:t>Vaishnavi Padmawar    |    2026-08-23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8"/>
                </a:solidFill>
                <a:latin typeface="Aptos"/>
              </a:defRPr>
            </a:pPr>
            <a:r>
              <a:t>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67D89"/>
                </a:solidFill>
                <a:latin typeface="Aptos"/>
              </a:defRPr>
            </a:pPr>
            <a:r>
              <a:t>Data Scraping Project  |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011680"/>
          </a:xfrm>
          <a:prstGeom prst="roundRect">
            <a:avLst/>
          </a:prstGeom>
          <a:solidFill>
            <a:srgbClr val="E7F4F4"/>
          </a:solidFill>
          <a:ln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6303A"/>
                </a:solidFill>
                <a:latin typeface="Aptos"/>
              </a:defRPr>
            </a:pPr>
            <a:r>
              <a:t>Python</a:t>
            </a:r>
          </a:p>
          <a:p>
            <a:r>
              <a:t>Builds scraper programs.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54480"/>
            <a:ext cx="5212080" cy="2011680"/>
          </a:xfrm>
          <a:prstGeom prst="roundRect">
            <a:avLst/>
          </a:prstGeom>
          <a:solidFill>
            <a:srgbClr val="F6EFDA"/>
          </a:solidFill>
          <a:ln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79" y="192024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6303A"/>
                </a:solidFill>
                <a:latin typeface="Aptos"/>
              </a:defRPr>
            </a:pPr>
            <a:r>
              <a:t>requests</a:t>
            </a:r>
          </a:p>
          <a:p>
            <a:r>
              <a:t>Downloads website HTML.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86200"/>
            <a:ext cx="5212080" cy="2011680"/>
          </a:xfrm>
          <a:prstGeom prst="roundRect">
            <a:avLst/>
          </a:prstGeom>
          <a:solidFill>
            <a:srgbClr val="ECF1F8"/>
          </a:solidFill>
          <a:ln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25196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6303A"/>
                </a:solidFill>
                <a:latin typeface="Aptos"/>
              </a:defRPr>
            </a:pPr>
            <a:r>
              <a:t>BeautifulSoup</a:t>
            </a:r>
          </a:p>
          <a:p>
            <a:r>
              <a:t>Finds data in HTML.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886200"/>
            <a:ext cx="5212080" cy="2011680"/>
          </a:xfrm>
          <a:prstGeom prst="roundRect">
            <a:avLst/>
          </a:prstGeom>
          <a:solidFill>
            <a:srgbClr val="F4EBEF"/>
          </a:solidFill>
          <a:ln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79" y="425196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6303A"/>
                </a:solidFill>
                <a:latin typeface="Aptos"/>
              </a:defRPr>
            </a:pPr>
            <a:r>
              <a:t>pandas</a:t>
            </a:r>
          </a:p>
          <a:p>
            <a:r>
              <a:t>Creates CSV files.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8"/>
                </a:solidFill>
                <a:latin typeface="Aptos"/>
              </a:defRPr>
            </a:pPr>
            <a: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67D89"/>
                </a:solidFill>
                <a:latin typeface="Aptos"/>
              </a:defRPr>
            </a:pPr>
            <a:r>
              <a:t>Data Scraping Project  | 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26303A"/>
                </a:solidFill>
                <a:latin typeface="Aptos"/>
              </a:defRPr>
            </a:pPr>
            <a:r>
              <a:t>Collect website data.</a:t>
            </a:r>
          </a:p>
          <a:p>
            <a:r>
              <a:t>Parse HTML pages.</a:t>
            </a:r>
          </a:p>
          <a:p>
            <a:r>
              <a:t>Save clean CSV files.</a:t>
            </a:r>
          </a:p>
          <a:p>
            <a:r>
              <a:t>Learn the complete workflow from scratch.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8"/>
                </a:solidFill>
                <a:latin typeface="Aptos"/>
              </a:defRPr>
            </a:pPr>
            <a:r>
              <a:t>Book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67D89"/>
                </a:solidFill>
                <a:latin typeface="Aptos"/>
              </a:defRPr>
            </a:pPr>
            <a:r>
              <a:t>Data Scraping Project  | 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26303A"/>
                </a:solidFill>
                <a:latin typeface="Aptos"/>
              </a:defRPr>
            </a:pPr>
            <a:r>
              <a:t>Website: Books to Scrape</a:t>
            </a:r>
          </a:p>
          <a:p>
            <a:r>
              <a:t>Fields: title, price, rating, availability, and URL</a:t>
            </a:r>
          </a:p>
          <a:p>
            <a:r>
              <a:t>Output: book_scraper/book_scraper.csv</a:t>
            </a:r>
          </a:p>
          <a:p>
            <a:r>
              <a:t>Result: 20 books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8"/>
                </a:solidFill>
                <a:latin typeface="Aptos"/>
              </a:defRPr>
            </a:pPr>
            <a:r>
              <a:t>E-Commerce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67D89"/>
                </a:solidFill>
                <a:latin typeface="Aptos"/>
              </a:defRPr>
            </a:pPr>
            <a:r>
              <a:t>Data Scraping Project  | 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26303A"/>
                </a:solidFill>
                <a:latin typeface="Aptos"/>
              </a:defRPr>
            </a:pPr>
            <a:r>
              <a:t>Website: Webscraper.io test site</a:t>
            </a:r>
          </a:p>
          <a:p>
            <a:r>
              <a:t>Fields: product, price, and description</a:t>
            </a:r>
          </a:p>
          <a:p>
            <a:r>
              <a:t>Output: ecommerce_scrapper/products.csv</a:t>
            </a:r>
          </a:p>
          <a:p>
            <a:r>
              <a:t>Result: 3 products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8"/>
                </a:solidFill>
                <a:latin typeface="Aptos"/>
              </a:defRPr>
            </a:pPr>
            <a:r>
              <a:t>Scraping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67D89"/>
                </a:solidFill>
                <a:latin typeface="Aptos"/>
              </a:defRPr>
            </a:pPr>
            <a:r>
              <a:t>Data Scraping Project  | 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26303A"/>
                </a:solidFill>
                <a:latin typeface="Aptos"/>
              </a:defRPr>
            </a:pPr>
            <a:r>
              <a:t>1. Send a request.</a:t>
            </a:r>
          </a:p>
          <a:p>
            <a:r>
              <a:t>2. Parse the HTML.</a:t>
            </a:r>
          </a:p>
          <a:p>
            <a:r>
              <a:t>3. Select the required elements.</a:t>
            </a:r>
          </a:p>
          <a:p>
            <a:r>
              <a:t>4. Build records.</a:t>
            </a:r>
          </a:p>
          <a:p>
            <a:r>
              <a:t>5. Export records to CSV.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8"/>
                </a:solidFill>
                <a:latin typeface="Aptos"/>
              </a:defRPr>
            </a:pPr>
            <a:r>
              <a:t>Actual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67D89"/>
                </a:solidFill>
                <a:latin typeface="Aptos"/>
              </a:defRPr>
            </a:pPr>
            <a:r>
              <a:t>Data Scraping Project  | 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26303A"/>
                </a:solidFill>
                <a:latin typeface="Aptos"/>
              </a:defRPr>
            </a:pPr>
            <a:r>
              <a:t>quotes.csv: 10 records</a:t>
            </a:r>
          </a:p>
          <a:p>
            <a:r>
              <a:t>Book CSV: 20 records</a:t>
            </a:r>
          </a:p>
          <a:p>
            <a:r>
              <a:t>Products CSV: 3 records</a:t>
            </a:r>
          </a:p>
          <a:p/>
          <a:p>
            <a:r>
              <a:t>Examples: Albert Einstein quote; A Light in the Attic, £51.77; Asus ROG STRIX, $899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8"/>
                </a:solidFill>
                <a:latin typeface="Aptos"/>
              </a:defRPr>
            </a:pPr>
            <a:r>
              <a:t>Improvements and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67D89"/>
                </a:solidFill>
                <a:latin typeface="Aptos"/>
              </a:defRPr>
            </a:pPr>
            <a:r>
              <a:t>Data Scraping Project  | 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26303A"/>
                </a:solidFill>
                <a:latin typeface="Aptos"/>
              </a:defRPr>
            </a:pPr>
            <a:r>
              <a:t>Add error handling, timeouts, pagination, and automated tests.</a:t>
            </a:r>
          </a:p>
          <a:p>
            <a:r>
              <a:t>Respect website terms of use and rate limits.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8"/>
                </a:solidFill>
                <a:latin typeface="Aptos"/>
              </a:defRPr>
            </a:pPr>
            <a:r>
              <a:t>Work Log and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67D89"/>
                </a:solidFill>
                <a:latin typeface="Aptos"/>
              </a:defRPr>
            </a:pPr>
            <a:r>
              <a:t>Data Scraping Project  | 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26303A"/>
                </a:solidFill>
                <a:latin typeface="Aptos"/>
              </a:defRPr>
            </a:pPr>
            <a:r>
              <a:t>2026-08-05 | 3 hours | Created project and quote scraper</a:t>
            </a:r>
          </a:p>
          <a:p>
            <a:r>
              <a:t>2026-08-22 | 5 hours | Added book and e-commerce scrapers</a:t>
            </a:r>
          </a:p>
          <a:p>
            <a:r>
              <a:t>2026-08-23 | 2 hours | Prepared documentation and slides</a:t>
            </a:r>
          </a:p>
          <a:p/>
          <a:p>
            <a:r>
              <a:t>Python collected web data and saved reusable CSV results.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Quote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0584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solidFill>
                  <a:srgbClr val="26303A"/>
                </a:solidFill>
              </a:defRPr>
            </a:pPr>
            <a:r>
              <a:t>Website: Quotes to Scrape</a:t>
            </a:r>
          </a:p>
          <a:p>
            <a:r>
              <a:t>Fields: quote and author</a:t>
            </a:r>
          </a:p>
          <a:p>
            <a:r>
              <a:t>Output: quotes.csv</a:t>
            </a:r>
          </a:p>
          <a:p>
            <a:r>
              <a:t>Result: 10 quotes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