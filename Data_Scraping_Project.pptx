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50876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Data Scraping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971800"/>
            <a:ext cx="9144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7A642"/>
                </a:solidFill>
              </a:defRPr>
            </a:pPr>
            <a:r>
              <a:t>A beginner project built from scratch with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Author: Vaishnavi Padmawar    |    Date: 2026-08-23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8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7D89"/>
                </a:solidFill>
              </a:defRPr>
            </a:pPr>
            <a:r>
              <a:t>Data Scraping Project  |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Collect useful information from practice websites.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Parse HTML pages and select meaningful fields.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Save clean, structured results as CSV files.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Learn the complete workflow as a beginner building from scratch.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8"/>
                </a:solidFill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7D89"/>
                </a:solidFill>
              </a:defRPr>
            </a:pPr>
            <a:r>
              <a:t>Data Scraping Project  | 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3200400"/>
          </a:xfrm>
          <a:prstGeom prst="roundRect">
            <a:avLst/>
          </a:prstGeom>
          <a:solidFill>
            <a:srgbClr val="EFF6F7"/>
          </a:solidFill>
          <a:ln>
            <a:solidFill>
              <a:srgbClr val="16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7D89"/>
                </a:solidFill>
              </a:defRPr>
            </a:pPr>
            <a:r>
              <a:t>Python</a:t>
            </a:r>
          </a:p>
          <a:p>
            <a:pPr>
              <a:spcBef>
                <a:spcPts val="1200"/>
              </a:spcBef>
              <a:defRPr sz="1600">
                <a:solidFill>
                  <a:srgbClr val="26303A"/>
                </a:solidFill>
              </a:defRPr>
            </a:pPr>
            <a:r>
              <a:t>Programming language used to build each scraper.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3200400"/>
          </a:xfrm>
          <a:prstGeom prst="roundRect">
            <a:avLst/>
          </a:prstGeom>
          <a:solidFill>
            <a:srgbClr val="EFF6F7"/>
          </a:solidFill>
          <a:ln>
            <a:solidFill>
              <a:srgbClr val="16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830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7D89"/>
                </a:solidFill>
              </a:defRPr>
            </a:pPr>
            <a:r>
              <a:t>requests</a:t>
            </a:r>
          </a:p>
          <a:p>
            <a:pPr>
              <a:spcBef>
                <a:spcPts val="1200"/>
              </a:spcBef>
              <a:defRPr sz="1600">
                <a:solidFill>
                  <a:srgbClr val="26303A"/>
                </a:solidFill>
              </a:defRPr>
            </a:pPr>
            <a:r>
              <a:t>Downloads HTML pages from the practice websites.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3200400"/>
          </a:xfrm>
          <a:prstGeom prst="roundRect">
            <a:avLst/>
          </a:prstGeom>
          <a:solidFill>
            <a:srgbClr val="EFF6F7"/>
          </a:solidFill>
          <a:ln>
            <a:solidFill>
              <a:srgbClr val="16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830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7D89"/>
                </a:solidFill>
              </a:defRPr>
            </a:pPr>
            <a:r>
              <a:t>BeautifulSoup</a:t>
            </a:r>
          </a:p>
          <a:p>
            <a:pPr>
              <a:spcBef>
                <a:spcPts val="1200"/>
              </a:spcBef>
              <a:defRPr sz="1600">
                <a:solidFill>
                  <a:srgbClr val="26303A"/>
                </a:solidFill>
              </a:defRPr>
            </a:pPr>
            <a:r>
              <a:t>Finds and extracts data from HTML elements.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800600"/>
            <a:ext cx="3383280" cy="3200400"/>
          </a:xfrm>
          <a:prstGeom prst="roundRect">
            <a:avLst/>
          </a:prstGeom>
          <a:solidFill>
            <a:srgbClr val="EFF6F7"/>
          </a:solidFill>
          <a:ln>
            <a:solidFill>
              <a:srgbClr val="16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50292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7D89"/>
                </a:solidFill>
              </a:defRPr>
            </a:pPr>
            <a:r>
              <a:t>pandas</a:t>
            </a:r>
          </a:p>
          <a:p>
            <a:pPr>
              <a:spcBef>
                <a:spcPts val="1200"/>
              </a:spcBef>
              <a:defRPr sz="1600">
                <a:solidFill>
                  <a:srgbClr val="26303A"/>
                </a:solidFill>
              </a:defRPr>
            </a:pPr>
            <a:r>
              <a:t>Stores records and exports them to CSV 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8"/>
                </a:solidFill>
              </a:defRPr>
            </a:pPr>
            <a:r>
              <a:t>Quote Scraper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7D89"/>
                </a:solidFill>
              </a:defRPr>
            </a:pPr>
            <a:r>
              <a:t>Data Scraping Project  |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Website: Quotes to Scrape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Fields collected: quote and author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Script: scraper.py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Output: quotes.csv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Result: 10 quotes collected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8"/>
                </a:solidFill>
              </a:defRPr>
            </a:pPr>
            <a:r>
              <a:t>Book Scraper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7D89"/>
                </a:solidFill>
              </a:defRPr>
            </a:pPr>
            <a:r>
              <a:t>Data Scraping Project  |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Website: Books to Scrape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Fields collected: title, price, rating, availability, and URL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Script: book_scraper/book_scraper.py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Output: book_scraper/book_scraper.csv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Result: 20 books collected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8"/>
                </a:solidFill>
              </a:defRPr>
            </a:pPr>
            <a:r>
              <a:t>E-Commerce Scraper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7D89"/>
                </a:solidFill>
              </a:defRPr>
            </a:pPr>
            <a:r>
              <a:t>Data Scraping Project  |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Website: Webscraper.io test site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Fields collected: product name, price, and description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Script: ecommerce_scrapper/escaper.py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Output: ecommerce_scrapper/products.csv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Result: 3 products collected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8"/>
                </a:solidFill>
              </a:defRPr>
            </a:pPr>
            <a:r>
              <a:t>Scraping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7D89"/>
                </a:solidFill>
              </a:defRPr>
            </a:pPr>
            <a:r>
              <a:t>Data Scraping Project  |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1. Send a request to the website.</a:t>
            </a:r>
          </a:p>
          <a:p>
            <a:pPr>
              <a:spcAft>
                <a:spcPts val="14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2. Parse the returned HTML.</a:t>
            </a:r>
          </a:p>
          <a:p>
            <a:pPr>
              <a:spcAft>
                <a:spcPts val="14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3. Select the required HTML elements.</a:t>
            </a:r>
          </a:p>
          <a:p>
            <a:pPr>
              <a:spcAft>
                <a:spcPts val="14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4. Build structured records.</a:t>
            </a:r>
          </a:p>
          <a:p>
            <a:pPr>
              <a:spcAft>
                <a:spcPts val="14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5. Export the records with pandas to CSV.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8"/>
                </a:solidFill>
              </a:defRPr>
            </a:pPr>
            <a:r>
              <a:t>Actual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7D89"/>
                </a:solidFill>
              </a:defRPr>
            </a:pPr>
            <a:r>
              <a:t>Data Scraping Project  |  08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607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188720"/>
                <a:gridCol w="6217920"/>
              </a:tblGrid>
              <a:tr h="8686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CSV output</a:t>
                      </a:r>
                    </a:p>
                  </a:txBody>
                  <a:tcPr>
                    <a:solidFill>
                      <a:srgbClr val="18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Records</a:t>
                      </a:r>
                    </a:p>
                  </a:txBody>
                  <a:tcPr>
                    <a:solidFill>
                      <a:srgbClr val="18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Sample result</a:t>
                      </a:r>
                    </a:p>
                  </a:txBody>
                  <a:tcPr>
                    <a:solidFill>
                      <a:srgbClr val="182D4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A"/>
                          </a:solidFill>
                        </a:defRPr>
                      </a:pPr>
                      <a:r>
                        <a:t>quotes.csv</a:t>
                      </a:r>
                    </a:p>
                  </a:txBody>
                  <a:tcPr>
                    <a:solidFill>
                      <a:srgbClr val="EF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A"/>
                          </a:solidFill>
                        </a:defRPr>
                      </a:pPr>
                      <a:r>
                        <a:t>Quote by Albert Einstein</a:t>
                      </a:r>
                    </a:p>
                  </a:txBody>
                  <a:tcPr>
                    <a:solidFill>
                      <a:srgbClr val="EFF6F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A"/>
                          </a:solidFill>
                        </a:defRPr>
                      </a:pPr>
                      <a:r>
                        <a:t>book_scraper/book_scraper.csv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A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A"/>
                          </a:solidFill>
                        </a:defRPr>
                      </a:pPr>
                      <a:r>
                        <a:t>A Light in the Attic, £51.77, Three, In stock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A"/>
                          </a:solidFill>
                        </a:defRPr>
                      </a:pPr>
                      <a:r>
                        <a:t>ecommerce_scrapper/products.csv</a:t>
                      </a:r>
                    </a:p>
                  </a:txBody>
                  <a:tcPr>
                    <a:solidFill>
                      <a:srgbClr val="EF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A"/>
                          </a:solidFill>
                        </a:defRPr>
                      </a:pPr>
                      <a:r>
                        <a:t>Asus ROG STRIX GL553VD-DM256, $899</a:t>
                      </a:r>
                    </a:p>
                  </a:txBody>
                  <a:tcPr>
                    <a:solidFill>
                      <a:srgbClr val="EF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8"/>
                </a:solidFill>
              </a:defRPr>
            </a:pPr>
            <a:r>
              <a:t>Improvements and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7D89"/>
                </a:solidFill>
              </a:defRPr>
            </a:pPr>
            <a:r>
              <a:t>Data Scraping Project  |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Add error handling for failed requests and missing elements.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Add timeouts and pagination for larger websites.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Add automated tests for extracted fields.</a:t>
            </a:r>
          </a:p>
          <a:p>
            <a:pPr>
              <a:spcAft>
                <a:spcPts val="14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Respect website terms of use and rate limits.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8"/>
                </a:solidFill>
              </a:defRPr>
            </a:pPr>
            <a:r>
              <a:t>Work Log and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7D89"/>
                </a:solidFill>
              </a:defRPr>
            </a:pPr>
            <a:r>
              <a:t>Data Scraping Project  | 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106070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188720"/>
                <a:gridCol w="6217920"/>
              </a:tblGrid>
              <a:tr h="8001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18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Hours</a:t>
                      </a:r>
                    </a:p>
                  </a:txBody>
                  <a:tcPr>
                    <a:solidFill>
                      <a:srgbClr val="18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Work completed</a:t>
                      </a:r>
                    </a:p>
                  </a:txBody>
                  <a:tcPr>
                    <a:solidFill>
                      <a:srgbClr val="182D4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A"/>
                          </a:solidFill>
                        </a:defRPr>
                      </a:pPr>
                      <a:r>
                        <a:t>2026-08-05</a:t>
                      </a:r>
                    </a:p>
                  </a:txBody>
                  <a:tcPr>
                    <a:solidFill>
                      <a:srgbClr val="EF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A"/>
                          </a:solidFill>
                        </a:defRPr>
                      </a:pPr>
                      <a:r>
                        <a:t>3 hours</a:t>
                      </a:r>
                    </a:p>
                  </a:txBody>
                  <a:tcPr>
                    <a:solidFill>
                      <a:srgbClr val="EF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A"/>
                          </a:solidFill>
                        </a:defRPr>
                      </a:pPr>
                      <a:r>
                        <a:t>Created the project from scratch and built the quote scraper.</a:t>
                      </a:r>
                    </a:p>
                  </a:txBody>
                  <a:tcPr>
                    <a:solidFill>
                      <a:srgbClr val="EFF6F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A"/>
                          </a:solidFill>
                        </a:defRPr>
                      </a:pPr>
                      <a:r>
                        <a:t>2026-08-22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A"/>
                          </a:solidFill>
                        </a:defRPr>
                      </a:pPr>
                      <a:r>
                        <a:t>5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A"/>
                          </a:solidFill>
                        </a:defRPr>
                      </a:pPr>
                      <a:r>
                        <a:t>Added the book and e-commerce scrapers.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A"/>
                          </a:solidFill>
                        </a:defRPr>
                      </a:pPr>
                      <a:r>
                        <a:t>2026-08-23</a:t>
                      </a:r>
                    </a:p>
                  </a:txBody>
                  <a:tcPr>
                    <a:solidFill>
                      <a:srgbClr val="EF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A"/>
                          </a:solidFill>
                        </a:defRPr>
                      </a:pPr>
                      <a:r>
                        <a:t>2 hours</a:t>
                      </a:r>
                    </a:p>
                  </a:txBody>
                  <a:tcPr>
                    <a:solidFill>
                      <a:srgbClr val="EF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A"/>
                          </a:solidFill>
                        </a:defRPr>
                      </a:pPr>
                      <a:r>
                        <a:t>Prepared the report and presentation.</a:t>
                      </a:r>
                    </a:p>
                  </a:txBody>
                  <a:tcPr>
                    <a:solidFill>
                      <a:srgbClr val="EFF6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800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Summary: Python collected web data, extracted useful fields, and saved reusable CSV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