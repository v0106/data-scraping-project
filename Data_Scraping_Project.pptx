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"/>
              </a:defRPr>
            </a:pPr>
            <a:r>
              <a:t>Data Scraping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880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E7A642"/>
                </a:solidFill>
                <a:latin typeface="Aptos"/>
              </a:defRPr>
            </a:pPr>
            <a:r>
              <a:t>A beginner project built from scratch with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ptos"/>
              </a:defRPr>
            </a:pPr>
            <a:r>
              <a:t>Vaishnavi Padmawar    |   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26303A"/>
                </a:solidFill>
                <a:latin typeface="Aptos"/>
              </a:defRPr>
            </a:pPr>
            <a:r>
              <a:t>Collect data from practice websites.</a:t>
            </a:r>
          </a:p>
          <a:p>
            <a:r>
              <a:t>Parse HTML pages and select useful fields.</a:t>
            </a:r>
          </a:p>
          <a:p>
            <a:r>
              <a:t>Save clean results as CSV files.</a:t>
            </a:r>
          </a:p>
          <a:p>
            <a:r>
              <a:t>Learn the complete workflow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E7F4F4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26303A"/>
                </a:solidFill>
                <a:latin typeface="Aptos"/>
              </a:defRPr>
            </a:pPr>
            <a:r>
              <a:t>Python</a:t>
            </a:r>
          </a:p>
          <a:p>
            <a:r>
              <a:t>Builds scraper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5212080" cy="2011680"/>
          </a:xfrm>
          <a:prstGeom prst="roundRect">
            <a:avLst/>
          </a:prstGeom>
          <a:solidFill>
            <a:srgbClr val="F6EFDA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190195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26303A"/>
                </a:solidFill>
                <a:latin typeface="Aptos"/>
              </a:defRPr>
            </a:pPr>
            <a:r>
              <a:t>requests</a:t>
            </a:r>
          </a:p>
          <a:p>
            <a:r>
              <a:t>Downloads website HTML.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011680"/>
          </a:xfrm>
          <a:prstGeom prst="roundRect">
            <a:avLst/>
          </a:prstGeom>
          <a:solidFill>
            <a:srgbClr val="ECF1F8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23367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26303A"/>
                </a:solidFill>
                <a:latin typeface="Aptos"/>
              </a:defRPr>
            </a:pPr>
            <a:r>
              <a:t>BeautifulSoup</a:t>
            </a:r>
          </a:p>
          <a:p>
            <a:r>
              <a:t>Finds data in HTML.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86200"/>
            <a:ext cx="5212080" cy="2011680"/>
          </a:xfrm>
          <a:prstGeom prst="roundRect">
            <a:avLst/>
          </a:prstGeom>
          <a:solidFill>
            <a:srgbClr val="F4EBEF"/>
          </a:solidFill>
          <a:ln w="15875"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423367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26303A"/>
                </a:solidFill>
                <a:latin typeface="Aptos"/>
              </a:defRPr>
            </a:pPr>
            <a:r>
              <a:t>pandas</a:t>
            </a:r>
          </a:p>
          <a:p>
            <a:r>
              <a:t>Creates CSV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Quote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26303A"/>
                </a:solidFill>
                <a:latin typeface="Aptos"/>
              </a:defRPr>
            </a:pPr>
            <a:r>
              <a:t>Website: Quotes to Scrape</a:t>
            </a:r>
          </a:p>
          <a:p>
            <a:r>
              <a:t>Fields: quote and author</a:t>
            </a:r>
          </a:p>
          <a:p>
            <a:r>
              <a:t>Script: scraper.py</a:t>
            </a:r>
          </a:p>
          <a:p>
            <a:r>
              <a:t>Output: quotes.csv</a:t>
            </a:r>
          </a:p>
          <a:p>
            <a:r>
              <a:t>Result: 10 quotes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Book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26303A"/>
                </a:solidFill>
                <a:latin typeface="Aptos"/>
              </a:defRPr>
            </a:pPr>
            <a:r>
              <a:t>Website: Books to Scrape</a:t>
            </a:r>
          </a:p>
          <a:p>
            <a:r>
              <a:t>Fields: title, price, rating, availability, and URL</a:t>
            </a:r>
          </a:p>
          <a:p>
            <a:r>
              <a:t>Script: book_scraper/book_scraper.py</a:t>
            </a:r>
          </a:p>
          <a:p>
            <a:r>
              <a:t>Output: book_scraper/book_scraper.csv</a:t>
            </a:r>
          </a:p>
          <a:p>
            <a:r>
              <a:t>Result: 20 books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E-Commerce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26303A"/>
                </a:solidFill>
                <a:latin typeface="Aptos"/>
              </a:defRPr>
            </a:pPr>
            <a:r>
              <a:t>Website: Webscraper.io test site</a:t>
            </a:r>
          </a:p>
          <a:p>
            <a:r>
              <a:t>Fields: product, price, and description</a:t>
            </a:r>
          </a:p>
          <a:p>
            <a:r>
              <a:t>Script: ecommerce_scrapper/escaper.py</a:t>
            </a:r>
          </a:p>
          <a:p>
            <a:r>
              <a:t>Output: ecommerce_scrapper/products.csv</a:t>
            </a:r>
          </a:p>
          <a:p>
            <a:r>
              <a:t>Result: 3 products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Scraping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26303A"/>
                </a:solidFill>
                <a:latin typeface="Aptos"/>
              </a:defRPr>
            </a:pPr>
            <a:r>
              <a:t>1. Send a request to the website.</a:t>
            </a:r>
          </a:p>
          <a:p>
            <a:r>
              <a:t>2. Parse the returned HTML.</a:t>
            </a:r>
          </a:p>
          <a:p>
            <a:r>
              <a:t>3. Select the required elements.</a:t>
            </a:r>
          </a:p>
          <a:p>
            <a:r>
              <a:t>4. Build structured records.</a:t>
            </a:r>
          </a:p>
          <a:p>
            <a:r>
              <a:t>5. Export records to CSV with pandas.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26303A"/>
                </a:solidFill>
                <a:latin typeface="Aptos"/>
              </a:defRPr>
            </a:pPr>
            <a:r>
              <a:t>quotes.csv                         10 records</a:t>
            </a:r>
          </a:p>
          <a:p>
            <a:r>
              <a:t>Quote by Albert Einstein</a:t>
            </a:r>
          </a:p>
          <a:p/>
          <a:p>
            <a:r>
              <a:t>book_scraper/book_scraper.csv     20 records</a:t>
            </a:r>
          </a:p>
          <a:p>
            <a:r>
              <a:t>A Light in the Attic, £51.77</a:t>
            </a:r>
          </a:p>
          <a:p/>
          <a:p>
            <a:r>
              <a:t>ecommerce_scrapper/products.csv    3 records</a:t>
            </a:r>
          </a:p>
          <a:p>
            <a:r>
              <a:t>Asus ROG STRIX GL553VD-DM256, $899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Improvements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26303A"/>
                </a:solidFill>
                <a:latin typeface="Aptos"/>
              </a:defRPr>
            </a:pPr>
            <a:r>
              <a:t>Add error handling for failed requests.</a:t>
            </a:r>
          </a:p>
          <a:p>
            <a:r>
              <a:t>Add timeouts and pagination.</a:t>
            </a:r>
          </a:p>
          <a:p>
            <a:r>
              <a:t>Add automated tests for extracted fields.</a:t>
            </a:r>
          </a:p>
          <a:p>
            <a:r>
              <a:t>Respect website terms of use and rate limits.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8"/>
                </a:solidFill>
                <a:latin typeface="Aptos"/>
              </a:defRPr>
            </a:pPr>
            <a:r>
              <a:t>Work Log 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67D89"/>
                </a:solidFill>
                <a:latin typeface="Aptos"/>
              </a:defRPr>
            </a:pPr>
            <a:r>
              <a:t>Data Scraping Project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26303A"/>
                </a:solidFill>
                <a:latin typeface="Aptos"/>
              </a:defRPr>
            </a:pPr>
            <a:r>
              <a:t>2026-08-05  |  3 hours  |  Created project and quote scraper</a:t>
            </a:r>
          </a:p>
          <a:p>
            <a:r>
              <a:t>2026-08-22  |  5 hours  |  Added book and e-commerce scrapers</a:t>
            </a:r>
          </a:p>
          <a:p>
            <a:r>
              <a:t>2026-08-23  |  2 hours  |  Prepared documentation and slides</a:t>
            </a:r>
          </a:p>
          <a:p/>
          <a:p>
            <a:r>
              <a:t>Summary: Python collected web data, extracted useful fields, and saved reusable CSV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