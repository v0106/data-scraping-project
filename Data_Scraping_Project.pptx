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50876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Data Scraping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9144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E7A642"/>
                </a:solidFill>
              </a:defRPr>
            </a:pPr>
            <a:r>
              <a:t>A beginner project built from scratch with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Author: [Your name]    |    Date: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Collect useful information from practice websites.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Parse HTML pages and select meaningful fields.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Save clean, structured results as CSV files.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Learn the complete workflow as a beginner building from scratch.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3200400"/>
          </a:xfrm>
          <a:prstGeom prst="roundRect">
            <a:avLst/>
          </a:prstGeom>
          <a:solidFill>
            <a:srgbClr val="EFF6F7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67D89"/>
                </a:solidFill>
              </a:defRPr>
            </a:pPr>
            <a:r>
              <a:t>Python</a:t>
            </a:r>
          </a:p>
          <a:p>
            <a:pPr>
              <a:spcBef>
                <a:spcPts val="1200"/>
              </a:spcBef>
              <a:defRPr sz="1600">
                <a:solidFill>
                  <a:srgbClr val="26303A"/>
                </a:solidFill>
              </a:defRPr>
            </a:pPr>
            <a:r>
              <a:t>Programming language used to build each scraper.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3200400"/>
          </a:xfrm>
          <a:prstGeom prst="roundRect">
            <a:avLst/>
          </a:prstGeom>
          <a:solidFill>
            <a:srgbClr val="EFF6F7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8308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67D89"/>
                </a:solidFill>
              </a:defRPr>
            </a:pPr>
            <a:r>
              <a:t>requests</a:t>
            </a:r>
          </a:p>
          <a:p>
            <a:pPr>
              <a:spcBef>
                <a:spcPts val="1200"/>
              </a:spcBef>
              <a:defRPr sz="1600">
                <a:solidFill>
                  <a:srgbClr val="26303A"/>
                </a:solidFill>
              </a:defRPr>
            </a:pPr>
            <a:r>
              <a:t>Downloads HTML pages from the practice websites.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3200400"/>
          </a:xfrm>
          <a:prstGeom prst="roundRect">
            <a:avLst/>
          </a:prstGeom>
          <a:solidFill>
            <a:srgbClr val="EFF6F7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8308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67D89"/>
                </a:solidFill>
              </a:defRPr>
            </a:pPr>
            <a:r>
              <a:t>BeautifulSoup</a:t>
            </a:r>
          </a:p>
          <a:p>
            <a:pPr>
              <a:spcBef>
                <a:spcPts val="1200"/>
              </a:spcBef>
              <a:defRPr sz="1600">
                <a:solidFill>
                  <a:srgbClr val="26303A"/>
                </a:solidFill>
              </a:defRPr>
            </a:pPr>
            <a:r>
              <a:t>Finds and extracts data from HTML elements.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800600"/>
            <a:ext cx="3383280" cy="3200400"/>
          </a:xfrm>
          <a:prstGeom prst="roundRect">
            <a:avLst/>
          </a:prstGeom>
          <a:solidFill>
            <a:srgbClr val="EFF6F7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502920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67D89"/>
                </a:solidFill>
              </a:defRPr>
            </a:pPr>
            <a:r>
              <a:t>pandas</a:t>
            </a:r>
          </a:p>
          <a:p>
            <a:pPr>
              <a:spcBef>
                <a:spcPts val="1200"/>
              </a:spcBef>
              <a:defRPr sz="1600">
                <a:solidFill>
                  <a:srgbClr val="26303A"/>
                </a:solidFill>
              </a:defRPr>
            </a:pPr>
            <a:r>
              <a:t>Stores records and exports them to CSV 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Quote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Quotes to Scrape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quote and author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scraper.py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quotes.csv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10 quotes collected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Book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Books to Scrape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title, price, rating, availability, and URL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book_scraper/book_scraper.py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book_scraper/book_scraper.csv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20 books collected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E-Commerce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Webscraper.io test site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product name, price, and description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ecommerce_scrapper/escaper.py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ecommerce_scrapper/products.csv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3 products collected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Scraping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1. Send a request to the website.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2. Parse the returned HTML.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3. Select the required HTML elements.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4. Build structured records.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5. Export the records with pandas to CSV.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Actual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188720"/>
                <a:gridCol w="6217920"/>
              </a:tblGrid>
              <a:tr h="8686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CSV output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Records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Sample result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quotes.csv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Quote by Albert Einstein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book_scraper/book_scraper.csv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 Light in the Attic, £51.77, Three, In 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ecommerce_scrapper/products.csv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Asus ROG STRIX GL553VD-DM256, $899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Improvements and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error handling for failed requests and missing elements.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timeouts and pagination for larger websites.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automated tests for extracted fields.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Respect website terms of use and rate limits.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Work Log and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607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188720"/>
                <a:gridCol w="6217920"/>
              </a:tblGrid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Hours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Work completed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2026-08-05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3 hours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Created the project from scratch and built the quote scraper.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5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Added the book and e-commerce scrapers.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2026-08-23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 hours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Prepared the report and presentation.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800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6303A"/>
                </a:solidFill>
                <a:latin typeface="Aptos"/>
              </a:defRPr>
            </a:pPr>
            <a:r>
              <a:t>Summary: Python collected web data, extracted useful fields, and saved reusable CSV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