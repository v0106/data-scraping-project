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D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508760"/>
            <a:ext cx="10515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</a:defRPr>
            </a:pPr>
            <a:r>
              <a:t>Data Scraping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971800"/>
            <a:ext cx="91440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E7A642"/>
                </a:solidFill>
              </a:defRPr>
            </a:pPr>
            <a:r>
              <a:t>A beginner project built from scratch with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Author: Vaishnavi Padmawar    |    Date: 2026-08-23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Project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Collect useful information from practice websites.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Parse HTML pages and select meaningful fields.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Save clean, structured results as CSV files.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Learn the complete workflow as a beginner building from scratch.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Technologies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2011680"/>
          </a:xfrm>
          <a:prstGeom prst="roundRect">
            <a:avLst/>
          </a:prstGeom>
          <a:solidFill>
            <a:srgbClr val="E7F4F4"/>
          </a:solidFill>
          <a:ln w="15875">
            <a:solidFill>
              <a:srgbClr val="167D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82D48"/>
                </a:solidFill>
                <a:latin typeface="Aptos Display"/>
              </a:defRPr>
            </a:pPr>
            <a:r>
              <a:t>Python</a:t>
            </a:r>
          </a:p>
          <a:p>
            <a:pPr>
              <a:spcBef>
                <a:spcPts val="1000"/>
              </a:spcBef>
              <a:defRPr sz="1700">
                <a:solidFill>
                  <a:srgbClr val="26303A"/>
                </a:solidFill>
                <a:latin typeface="Aptos"/>
              </a:defRPr>
            </a:pPr>
            <a:r>
              <a:t>Builds the scraper programs.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54480"/>
            <a:ext cx="5212080" cy="2011680"/>
          </a:xfrm>
          <a:prstGeom prst="roundRect">
            <a:avLst/>
          </a:prstGeom>
          <a:solidFill>
            <a:srgbClr val="F6EFDA"/>
          </a:solidFill>
          <a:ln w="15875">
            <a:solidFill>
              <a:srgbClr val="167D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79" y="1874519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82D48"/>
                </a:solidFill>
                <a:latin typeface="Aptos Display"/>
              </a:defRPr>
            </a:pPr>
            <a:r>
              <a:t>requests</a:t>
            </a:r>
          </a:p>
          <a:p>
            <a:pPr>
              <a:spcBef>
                <a:spcPts val="1000"/>
              </a:spcBef>
              <a:defRPr sz="1700">
                <a:solidFill>
                  <a:srgbClr val="26303A"/>
                </a:solidFill>
                <a:latin typeface="Aptos"/>
              </a:defRPr>
            </a:pPr>
            <a:r>
              <a:t>Downloads website HTML pages.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86200"/>
            <a:ext cx="5212080" cy="2011680"/>
          </a:xfrm>
          <a:prstGeom prst="roundRect">
            <a:avLst/>
          </a:prstGeom>
          <a:solidFill>
            <a:srgbClr val="ECF1F8"/>
          </a:solidFill>
          <a:ln w="15875">
            <a:solidFill>
              <a:srgbClr val="167D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20624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82D48"/>
                </a:solidFill>
                <a:latin typeface="Aptos Display"/>
              </a:defRPr>
            </a:pPr>
            <a:r>
              <a:t>BeautifulSoup</a:t>
            </a:r>
          </a:p>
          <a:p>
            <a:pPr>
              <a:spcBef>
                <a:spcPts val="1000"/>
              </a:spcBef>
              <a:defRPr sz="1700">
                <a:solidFill>
                  <a:srgbClr val="26303A"/>
                </a:solidFill>
                <a:latin typeface="Aptos"/>
              </a:defRPr>
            </a:pPr>
            <a:r>
              <a:t>Finds data inside HTML.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886200"/>
            <a:ext cx="5212080" cy="2011680"/>
          </a:xfrm>
          <a:prstGeom prst="roundRect">
            <a:avLst/>
          </a:prstGeom>
          <a:solidFill>
            <a:srgbClr val="F4EBEF"/>
          </a:solidFill>
          <a:ln w="15875">
            <a:solidFill>
              <a:srgbClr val="167D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79" y="420624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82D48"/>
                </a:solidFill>
                <a:latin typeface="Aptos Display"/>
              </a:defRPr>
            </a:pPr>
            <a:r>
              <a:t>pandas</a:t>
            </a:r>
          </a:p>
          <a:p>
            <a:pPr>
              <a:spcBef>
                <a:spcPts val="1000"/>
              </a:spcBef>
              <a:defRPr sz="1700">
                <a:solidFill>
                  <a:srgbClr val="26303A"/>
                </a:solidFill>
                <a:latin typeface="Aptos"/>
              </a:defRPr>
            </a:pPr>
            <a:r>
              <a:t>Organizes data and creates CSV files.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Quote Scraper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Website: Quotes to Scrape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Fields collected: quote and author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Script: scraper.py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Output: quotes.csv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Result: 10 quotes collected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Book Scraper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Website: Books to Scrape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Fields collected: title, price, rating, availability, and URL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Script: book_scraper/book_scraper.py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Output: book_scraper/book_scraper.csv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Result: 20 books collected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E-Commerce Scraper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Website: Webscraper.io test site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Fields collected: product name, price, and description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Script: ecommerce_scrapper/escaper.py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Output: ecommerce_scrapper/products.csv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Result: 3 products collected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Scraping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26303A"/>
                </a:solidFill>
                <a:latin typeface="Aptos"/>
              </a:defRPr>
            </a:pPr>
            <a:r>
              <a:t>1. Send a request to the website.</a:t>
            </a:r>
          </a:p>
          <a:p>
            <a:pPr>
              <a:spcAft>
                <a:spcPts val="1400"/>
              </a:spcAft>
              <a:defRPr sz="2100">
                <a:solidFill>
                  <a:srgbClr val="26303A"/>
                </a:solidFill>
                <a:latin typeface="Aptos"/>
              </a:defRPr>
            </a:pPr>
            <a:r>
              <a:t>2. Parse the returned HTML.</a:t>
            </a:r>
          </a:p>
          <a:p>
            <a:pPr>
              <a:spcAft>
                <a:spcPts val="1400"/>
              </a:spcAft>
              <a:defRPr sz="2100">
                <a:solidFill>
                  <a:srgbClr val="26303A"/>
                </a:solidFill>
                <a:latin typeface="Aptos"/>
              </a:defRPr>
            </a:pPr>
            <a:r>
              <a:t>3. Select the required HTML elements.</a:t>
            </a:r>
          </a:p>
          <a:p>
            <a:pPr>
              <a:spcAft>
                <a:spcPts val="1400"/>
              </a:spcAft>
              <a:defRPr sz="2100">
                <a:solidFill>
                  <a:srgbClr val="26303A"/>
                </a:solidFill>
                <a:latin typeface="Aptos"/>
              </a:defRPr>
            </a:pPr>
            <a:r>
              <a:t>4. Build structured records.</a:t>
            </a:r>
          </a:p>
          <a:p>
            <a:pPr>
              <a:spcAft>
                <a:spcPts val="1400"/>
              </a:spcAft>
              <a:defRPr sz="2100">
                <a:solidFill>
                  <a:srgbClr val="26303A"/>
                </a:solidFill>
                <a:latin typeface="Aptos"/>
              </a:defRPr>
            </a:pPr>
            <a:r>
              <a:t>5. Export the records with pandas to CSV.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Actual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54480"/>
          <a:ext cx="106070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188720"/>
                <a:gridCol w="6217920"/>
              </a:tblGrid>
              <a:tr h="8686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CSV output</a:t>
                      </a:r>
                    </a:p>
                  </a:txBody>
                  <a:tcPr>
                    <a:solidFill>
                      <a:srgbClr val="18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Records</a:t>
                      </a:r>
                    </a:p>
                  </a:txBody>
                  <a:tcPr>
                    <a:solidFill>
                      <a:srgbClr val="18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Sample result</a:t>
                      </a:r>
                    </a:p>
                  </a:txBody>
                  <a:tcPr>
                    <a:solidFill>
                      <a:srgbClr val="182D4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quotes.csv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Quote by Albert Einstein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book_scraper/book_scraper.csv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A Light in the Attic, £51.77, Three, In stock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ecommerce_scrapper/products.csv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Asus ROG STRIX GL553VD-DM256, $899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Improvements and Ethics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Add error handling for failed requests and missing elements.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Add timeouts and pagination for larger websites.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Add automated tests for extracted fields.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Respect website terms of use and rate limits.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Work Log and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234440"/>
          <a:ext cx="106070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188720"/>
                <a:gridCol w="6217920"/>
              </a:tblGrid>
              <a:tr h="8001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Date</a:t>
                      </a:r>
                    </a:p>
                  </a:txBody>
                  <a:tcPr>
                    <a:solidFill>
                      <a:srgbClr val="18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Hours</a:t>
                      </a:r>
                    </a:p>
                  </a:txBody>
                  <a:tcPr>
                    <a:solidFill>
                      <a:srgbClr val="18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Work completed</a:t>
                      </a:r>
                    </a:p>
                  </a:txBody>
                  <a:tcPr>
                    <a:solidFill>
                      <a:srgbClr val="182D4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2026-08-05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3 hours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Created the project from scratch and built the quote scraper.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2026-08-22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5 hours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Added the book and e-commerce scrapers.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2026-08-23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2 hours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Prepared the report and presentation.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800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26303A"/>
                </a:solidFill>
                <a:latin typeface="Aptos"/>
              </a:defRPr>
            </a:pPr>
            <a:r>
              <a:t>Summary: Python collected web data, extracted useful fields, and saved reusable CSV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